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57b225cc5b417a" /><Relationship Type="http://schemas.openxmlformats.org/officeDocument/2006/relationships/extended-properties" Target="/docProps/app.xml" Id="R4246b6021cef4ae6" /><Relationship Type="http://schemas.openxmlformats.org/officeDocument/2006/relationships/officeDocument" Target="/ppt/presentation.xml" Id="R1e5f39e01ded49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8debc4dfb446d5"/>
  </p:sldMasterIdLst>
  <p:notesMasterIdLst>
    <p:notesMasterId xmlns:r="http://schemas.openxmlformats.org/officeDocument/2006/relationships" r:id="Rb44db47c2d004ae8"/>
  </p:notesMasterIdLst>
  <p:sldIdLst>
    <p:sldId xmlns:r="http://schemas.openxmlformats.org/officeDocument/2006/relationships" id="256" r:id="R4f64700b45d44715"/>
    <p:sldId xmlns:r="http://schemas.openxmlformats.org/officeDocument/2006/relationships" id="257" r:id="Re8e758b9f91943ee"/>
    <p:sldId xmlns:r="http://schemas.openxmlformats.org/officeDocument/2006/relationships" id="258" r:id="R014f1cda256044b1"/>
    <p:sldId xmlns:r="http://schemas.openxmlformats.org/officeDocument/2006/relationships" id="259" r:id="R1069f3dfc60e4033"/>
    <p:sldId xmlns:r="http://schemas.openxmlformats.org/officeDocument/2006/relationships" id="260" r:id="R0d97175221d44507"/>
    <p:sldId xmlns:r="http://schemas.openxmlformats.org/officeDocument/2006/relationships" id="261" r:id="R4c9d95532ea1441f"/>
    <p:sldId xmlns:r="http://schemas.openxmlformats.org/officeDocument/2006/relationships" id="262" r:id="R1b09e8e2c4e2458d"/>
    <p:sldId xmlns:r="http://schemas.openxmlformats.org/officeDocument/2006/relationships" id="263" r:id="R6202ec29d65f411d"/>
    <p:sldId xmlns:r="http://schemas.openxmlformats.org/officeDocument/2006/relationships" id="264" r:id="Rbe7baceeb36e4379"/>
    <p:sldId xmlns:r="http://schemas.openxmlformats.org/officeDocument/2006/relationships" id="265" r:id="R8210a005bb9842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5b9b1f91d34a8b" /><Relationship Type="http://schemas.openxmlformats.org/officeDocument/2006/relationships/slideMaster" Target="/ppt/slideMasters/slideMaster1.xml" Id="Ra88debc4dfb446d5" /><Relationship Type="http://schemas.openxmlformats.org/officeDocument/2006/relationships/notesMaster" Target="/ppt/notesMasters/notesMaster1.xml" Id="Rb44db47c2d004ae8" /><Relationship Type="http://schemas.openxmlformats.org/officeDocument/2006/relationships/presProps" Target="/ppt/presProps.xml" Id="Rb730e97296af43eb" /><Relationship Type="http://schemas.openxmlformats.org/officeDocument/2006/relationships/tableStyles" Target="/ppt/tableStyles.xml" Id="Reb051b29a0f34856" /><Relationship Type="http://schemas.openxmlformats.org/officeDocument/2006/relationships/slide" Target="/ppt/slides/slide1.xml" Id="R4f64700b45d44715" /><Relationship Type="http://schemas.openxmlformats.org/officeDocument/2006/relationships/slide" Target="/ppt/slides/slide2.xml" Id="Re8e758b9f91943ee" /><Relationship Type="http://schemas.openxmlformats.org/officeDocument/2006/relationships/slide" Target="/ppt/slides/slide3.xml" Id="R014f1cda256044b1" /><Relationship Type="http://schemas.openxmlformats.org/officeDocument/2006/relationships/slide" Target="/ppt/slides/slide4.xml" Id="R1069f3dfc60e4033" /><Relationship Type="http://schemas.openxmlformats.org/officeDocument/2006/relationships/slide" Target="/ppt/slides/slide5.xml" Id="R0d97175221d44507" /><Relationship Type="http://schemas.openxmlformats.org/officeDocument/2006/relationships/slide" Target="/ppt/slides/slide6.xml" Id="R4c9d95532ea1441f" /><Relationship Type="http://schemas.openxmlformats.org/officeDocument/2006/relationships/slide" Target="/ppt/slides/slide7.xml" Id="R1b09e8e2c4e2458d" /><Relationship Type="http://schemas.openxmlformats.org/officeDocument/2006/relationships/slide" Target="/ppt/slides/slide8.xml" Id="R6202ec29d65f411d" /><Relationship Type="http://schemas.openxmlformats.org/officeDocument/2006/relationships/slide" Target="/ppt/slides/slide9.xml" Id="Rbe7baceeb36e4379" /><Relationship Type="http://schemas.openxmlformats.org/officeDocument/2006/relationships/slide" Target="/ppt/slides/slide10.xml" Id="R8210a005bb9842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d05eb3247a47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0bb31f569f47b4" /><Relationship Type="http://schemas.openxmlformats.org/officeDocument/2006/relationships/notesMaster" Target="/ppt/notesMasters/notesMaster1.xml" Id="R409449e4354d4b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c079cb515f423b" /><Relationship Type="http://schemas.openxmlformats.org/officeDocument/2006/relationships/notesMaster" Target="/ppt/notesMasters/notesMaster1.xml" Id="Rbddc226e89cc42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50612df73745ea" /><Relationship Type="http://schemas.openxmlformats.org/officeDocument/2006/relationships/notesMaster" Target="/ppt/notesMasters/notesMaster1.xml" Id="R0652fae4ba6b46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254dde0a294b4b" /><Relationship Type="http://schemas.openxmlformats.org/officeDocument/2006/relationships/notesMaster" Target="/ppt/notesMasters/notesMaster1.xml" Id="Re0202eecebb545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ad833cff2f4494" /><Relationship Type="http://schemas.openxmlformats.org/officeDocument/2006/relationships/notesMaster" Target="/ppt/notesMasters/notesMaster1.xml" Id="Rffe914c7e81849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930a55f3304ab9" /><Relationship Type="http://schemas.openxmlformats.org/officeDocument/2006/relationships/notesMaster" Target="/ppt/notesMasters/notesMaster1.xml" Id="R53938e7a270342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76fa9a3247468d" /><Relationship Type="http://schemas.openxmlformats.org/officeDocument/2006/relationships/notesMaster" Target="/ppt/notesMasters/notesMaster1.xml" Id="R38057138ed3c45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2a116240da40e0" /><Relationship Type="http://schemas.openxmlformats.org/officeDocument/2006/relationships/notesMaster" Target="/ppt/notesMasters/notesMaster1.xml" Id="Rdf540993971345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a8e1d1b5734632" /><Relationship Type="http://schemas.openxmlformats.org/officeDocument/2006/relationships/notesMaster" Target="/ppt/notesMasters/notesMaster1.xml" Id="Rf546455b505942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651d9cb4ed4cef" /><Relationship Type="http://schemas.openxmlformats.org/officeDocument/2006/relationships/notesMaster" Target="/ppt/notesMasters/notesMaster1.xml" Id="R2361972efe8940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Vom Auftraggeber bereitgestellte Aegis-OS-Website.zip, index.html und docs/CONTENT_NOTES.md. Inhaltlicher Stand der Vorlage: 28. September 2026. Produktziele beschreiben die Planung, keine nachgewiesenen Funktionen.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Vom Auftraggeber bereitgestellte Aegis-OS-Website.zip, index.html und docs/CONTENT_NOTES.md. Inhaltlicher Stand der Vorlage: 28. September 2026. Produktziele beschreiben die Planung, keine nachgewiesenen Funktionen.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Vom Auftraggeber bereitgestellte Aegis-OS-Website.zip, index.html und docs/CONTENT_NOTES.md. Inhaltlicher Stand der Vorlage: 28. September 2026. Produktziele beschreiben die Planung, keine nachgewiesenen Funktionen.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Vom Auftraggeber bereitgestellte Aegis-OS-Website.zip, index.html und docs/CONTENT_NOTES.md. Inhaltlicher Stand der Vorlage: 28. September 2026. Produktziele beschreiben die Planung, keine nachgewiesenen Funktionen.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Vom Auftraggeber bereitgestellte Aegis-OS-Website.zip, index.html und docs/CONTENT_NOTES.md. Inhaltlicher Stand der Vorlage: 28. September 2026. Produktziele beschreiben die Planung, keine nachgewiesenen Funktionen.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Vom Auftraggeber bereitgestellte Aegis-OS-Website.zip, index.html und docs/CONTENT_NOTES.md. Inhaltlicher Stand der Vorlage: 28. September 2026. Produktziele beschreiben die Planung, keine nachgewiesenen Funktionen.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Vom Auftraggeber bereitgestellte Aegis-OS-Website.zip, index.html und docs/CONTENT_NOTES.md. Inhaltlicher Stand der Vorlage: 28. September 2026. Produktziele beschreiben die Planung, keine nachgewiesenen Funktionen.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Vom Auftraggeber bereitgestellte Aegis-OS-Website.zip, index.html und docs/CONTENT_NOTES.md. Inhaltlicher Stand der Vorlage: 28. September 2026. Produktziele beschreiben die Planung, keine nachgewiesenen Funktionen.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Vom Auftraggeber bereitgestellte Aegis-OS-Website.zip, index.html und docs/CONTENT_NOTES.md. Inhaltlicher Stand der Vorlage: 28. September 2026. Produktziele beschreiben die Planung, keine nachgewiesenen Funktionen.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Vom Auftraggeber bereitgestellte Aegis-OS-Website.zip, index.html und docs/CONTENT_NOTES.md. Inhaltlicher Stand der Vorlage: 28. September 2026. Produktziele beschreiben die Planung, keine nachgewiesenen Funktionen.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c500c9dbe48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48039443854900" /><Relationship Type="http://schemas.openxmlformats.org/officeDocument/2006/relationships/slideLayout" Target="/ppt/slideLayouts/slideLayout1.xml" Id="Re8e475d3224349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e475d3224349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b1375234e42ba" /><Relationship Type="http://schemas.openxmlformats.org/officeDocument/2006/relationships/image" Target="/ppt/media/image.png" Id="Re4bcda6625344c2d" /><Relationship Type="http://schemas.openxmlformats.org/officeDocument/2006/relationships/notesSlide" Target="/ppt/notesSlides/notesSlide1.xml" Id="R61c4711af6a94d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f117052434589" /><Relationship Type="http://schemas.openxmlformats.org/officeDocument/2006/relationships/notesSlide" Target="/ppt/notesSlides/notesSlide2.xml" Id="Re1c75d37d9fe44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5f789f38f4d4d" /><Relationship Type="http://schemas.openxmlformats.org/officeDocument/2006/relationships/notesSlide" Target="/ppt/notesSlides/notesSlide3.xml" Id="Rb3a18ea1275745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8dc3c198b4922" /><Relationship Type="http://schemas.openxmlformats.org/officeDocument/2006/relationships/notesSlide" Target="/ppt/notesSlides/notesSlide4.xml" Id="R3761fa2664a44f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bf68e14c849a1" /><Relationship Type="http://schemas.openxmlformats.org/officeDocument/2006/relationships/notesSlide" Target="/ppt/notesSlides/notesSlide5.xml" Id="Rac2dcf3bb79f41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e7229bd8f47c5" /><Relationship Type="http://schemas.openxmlformats.org/officeDocument/2006/relationships/notesSlide" Target="/ppt/notesSlides/notesSlide6.xml" Id="R2a9dfbe748ce41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f1b35ac5147a9" /><Relationship Type="http://schemas.openxmlformats.org/officeDocument/2006/relationships/notesSlide" Target="/ppt/notesSlides/notesSlide7.xml" Id="R92968df9982948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b9c5cc4e1430d" /><Relationship Type="http://schemas.openxmlformats.org/officeDocument/2006/relationships/notesSlide" Target="/ppt/notesSlides/notesSlide8.xml" Id="R8707e2d6f09849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09a9988f440cd" /><Relationship Type="http://schemas.openxmlformats.org/officeDocument/2006/relationships/image" Target="/ppt/media/image2.png" Id="R3d7b873625d44854" /><Relationship Type="http://schemas.openxmlformats.org/officeDocument/2006/relationships/image" Target="/ppt/media/image.svg" Id="Rfaada1f6f9f64f1f" /><Relationship Type="http://schemas.openxmlformats.org/officeDocument/2006/relationships/notesSlide" Target="/ppt/notesSlides/notesSlide9.xml" Id="R519d5cb26db848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957e5a27b48c4" /><Relationship Type="http://schemas.openxmlformats.org/officeDocument/2006/relationships/notesSlide" Target="/ppt/notesSlides/notesSlide10.xml" Id="Rb4c8f070843047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20BB5-DCCD-481F-9C32-8264E8F8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AEGIS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156FF-517F-4A1B-8E72-16E637DB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PROJEKTVISION /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EF71B-6A0D-450C-8D2E-856B5A02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98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01 / 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cda6625344c2d"/>
          <a:srcRect xmlns:a="http://schemas.openxmlformats.org/drawingml/2006/main" l="0" t="10438" r="0" b="104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62000"/>
            <a:ext cx="12192000" cy="5429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073B0-8069-4252-9E6E-CB56C4B4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858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Dein Leben.</a:t>
            </a:r>
          </a:p>
          <a:p xmlns:a="http://schemas.openxmlformats.org/drawingml/2006/main">
            <a:pPr>
              <a:defRPr sz="64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Deine Daten.</a:t>
            </a:r>
          </a:p>
          <a:p xmlns:a="http://schemas.openxmlformats.org/drawingml/2006/main">
            <a:pPr>
              <a:defRPr sz="64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Dein Aegis.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47128-521E-444A-9EDA-985CFAE5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Ein unabhängiges Betriebssystem als 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F64C4-39B4-40F8-962E-6E70252B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Für Mitwirkende und Partner</a:t>
            </a:r>
          </a:p>
        </p:txBody>
      </p:sp>
    </p:spTree>
    <p:extLst>
      <p:ext uri="{BB962C8B-B14F-4D97-AF65-F5344CB8AC3E}">
        <p14:creationId xmlns:p14="http://schemas.microsoft.com/office/powerpoint/2010/main" val="895458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3CBC4-8146-4785-81B4-8ED26F9C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90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90B10"/>
                </a:solidFill>
                <a:latin typeface="Helvetica Neue"/>
                <a:ea typeface="Helvetica Neue"/>
                <a:cs typeface="Helvetica Neue"/>
              </a:rPr>
              <a:t>AEGIS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1C428-3121-451C-8D48-8292F9E2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DIE IDEE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08946-8835-4851-B126-3447AF16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98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02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45903-E718-4287-974B-B1309CA3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rPr>
              <a:t>Kontrolle beginnt</a:t>
            </a:r>
          </a:p>
          <a:p xmlns:a="http://schemas.openxmlformats.org/drawingml/2006/main">
            <a:pPr>
              <a:defRPr sz="4800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rPr>
              <a:t>auf dem eigenen Gerät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36C6B-2A98-44AD-9FF9-412AA434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Persönliche Daten begleiten fast alles, was wir tun.</a:t>
            </a:r>
          </a:p>
          <a:p xmlns:a="http://schemas.openxmlformats.org/drawingml/2006/main">
            <a:pPr>
              <a:defRPr sz="23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Aegis OS stellt die lokale Nutzung und eigene</a:t>
            </a:r>
          </a:p>
          <a:p xmlns:a="http://schemas.openxmlformats.org/drawingml/2006/main">
            <a:pPr>
              <a:defRPr sz="23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Entscheidungen in den Mittelpunkt.</a:t>
            </a:r>
          </a:p>
        </p:txBody>
      </p:sp>
    </p:spTree>
    <p:extLst>
      <p:ext uri="{BB962C8B-B14F-4D97-AF65-F5344CB8AC3E}">
        <p14:creationId xmlns:p14="http://schemas.microsoft.com/office/powerpoint/2010/main" val="1370824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B054B-45CC-446F-BB86-AB4D816B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AEGIS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13D4D-8094-4514-BA0A-2FEF0685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PRODUKTZIELE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F29CC-C70A-421B-BCA3-A5107CBB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98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03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39065-D837-40B6-A2FF-35E683B2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Privatsphäre als Grundlage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A17E7-5F0C-4A7E-898C-3CEFCEA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2AFBD-3A93-49DD-AA41-2ACD86DD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14625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Ein eigener Zugang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1DA63-B2B4-4655-8BC5-216C4595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Lokale Anmeldung ohne verpflichtende Cloud-Identität.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D17EA-D01E-4D95-AB8B-8C71FCA7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50156-77DA-49FD-BF2E-1933AE40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81425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Persönliche Bereiche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6278A-5BE2-4A1F-8505-00601F07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81425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Getrennte Dateien und Einstellungen für jede Person.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16DB3-0C6A-40DD-8245-A7175439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CF6FA-A9B3-4D70-BB79-0A4516EB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48225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Mehr Möglichkeiten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061AF-1D2A-453F-A053-DA6FF745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48225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Langfristig zusätzliche Werkzeuge über eine GNU/Linux-Runtime.</a:t>
            </a:r>
          </a:p>
        </p:txBody>
      </p:sp>
    </p:spTree>
    <p:extLst>
      <p:ext uri="{BB962C8B-B14F-4D97-AF65-F5344CB8AC3E}">
        <p14:creationId xmlns:p14="http://schemas.microsoft.com/office/powerpoint/2010/main" val="1161549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526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A5636-DE82-48EA-86CF-83C1D09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AEGIS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0FB26-5C7F-43E5-90B8-91845DDD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SO SOLL SICH AEGIS ANFÜHLEN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D5E61-8B8E-4D9E-8F95-71A713A8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98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04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2AD1D-894D-4A19-8609-953CDC6F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Ein Gerät.</a:t>
            </a:r>
          </a:p>
          <a:p xmlns:a="http://schemas.openxmlformats.org/drawingml/2006/main">
            <a:pPr>
              <a:defRPr sz="51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Zwei persönliche Welten.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277A9-6F64-4245-813F-E77DC1E3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Alex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4D5B7-6CF9-438E-97AB-8833489B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Erinnerungen, Gedanken</a:t>
            </a:r>
          </a:p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und eigene Projekte.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4BBDD-3F12-4D36-BECB-F7D1BB0A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Sam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F3262-074E-4A0F-9CCE-FF6A9306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3862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Reisepläne, Entwürfe</a:t>
            </a:r>
          </a:p>
          <a:p xmlns:a="http://schemas.openxmlformats.org/drawingml/2006/main">
            <a:pPr>
              <a:defRPr sz="21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und eigene Einstellungen.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4B64B-612D-4755-9913-D89BEAB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0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0E6FF"/>
                </a:solidFill>
                <a:latin typeface="Helvetica Neue"/>
                <a:ea typeface="Helvetica Neue"/>
                <a:cs typeface="Helvetica Neue"/>
              </a:rPr>
              <a:t>Produktkonzept: Die Trennung muss technisch umgesetzt und geprüft werden.</a:t>
            </a:r>
          </a:p>
        </p:txBody>
      </p:sp>
    </p:spTree>
    <p:extLst>
      <p:ext uri="{BB962C8B-B14F-4D97-AF65-F5344CB8AC3E}">
        <p14:creationId xmlns:p14="http://schemas.microsoft.com/office/powerpoint/2010/main" val="320847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EC66B-C271-42DF-9D86-0AAA0334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AEGIS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DB925-099F-4800-989A-7B6943E1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TECHNISCHE LEITLINIEN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87F94-12C7-42A1-AE90-197A19D3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98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05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958C3-EB96-469D-B5C3-0271DCA2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Eine klare Zuständigkeit</a:t>
            </a:r>
          </a:p>
          <a:p xmlns:a="http://schemas.openxmlformats.org/drawingml/2006/main">
            <a:pPr>
              <a:defRPr sz="4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für die lokale Identität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5264C-A5D4-40C8-A8FF-BB6E45B2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rPr>
              <a:t>AOSP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26AEE-99E4-42A6-80D4-976E202B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Geplante Basis für Benutzerverwaltung</a:t>
            </a:r>
          </a:p>
          <a:p xmlns:a="http://schemas.openxmlformats.org/drawingml/2006/main">
            <a:pPr>
              <a:defRPr sz="1875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und Authentifizierung.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CCE20-95E9-43CD-8AB5-6A76BE22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GNU/Linux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DE347-CD83-46D8-B041-807FAF5D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66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Spätere, getrennte Laufzeitumgebung.</a:t>
            </a:r>
          </a:p>
          <a:p xmlns:a="http://schemas.openxmlformats.org/drawingml/2006/main">
            <a:pPr>
              <a:defRPr sz="1875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Für dieselbe Person ohne zweite Anmeldung.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C8C90-5228-4A7D-9CE3-5AA1D613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Bewährte Plattformmechanismen statt eigener Kryptografie.</a:t>
            </a:r>
          </a:p>
        </p:txBody>
      </p:sp>
    </p:spTree>
    <p:extLst>
      <p:ext uri="{BB962C8B-B14F-4D97-AF65-F5344CB8AC3E}">
        <p14:creationId xmlns:p14="http://schemas.microsoft.com/office/powerpoint/2010/main" val="494001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2CD7B-506E-464E-8EC9-93219E3B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90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90B10"/>
                </a:solidFill>
                <a:latin typeface="Helvetica Neue"/>
                <a:ea typeface="Helvetica Neue"/>
                <a:cs typeface="Helvetica Neue"/>
              </a:rPr>
              <a:t>AEGIS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4CACF-1BC8-429D-B207-90F93896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ENTWICKLUNGSSTAND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44BC0-2293-499E-9633-61B1995E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98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06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EE67E-DFAD-4E49-9281-91118AE2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rPr>
              <a:t>Am Anfang.</a:t>
            </a:r>
          </a:p>
          <a:p xmlns:a="http://schemas.openxmlformats.org/drawingml/2006/main">
            <a:pPr>
              <a:defRPr sz="4425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rPr>
              <a:t>Mit konkretem nächsten Schritt.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0CABA-5422-44B0-A2E8-80CCC1A0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90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90B10"/>
                </a:solidFill>
                <a:latin typeface="Helvetica Neue"/>
                <a:ea typeface="Helvetica Neue"/>
                <a:cs typeface="Helvetica Neue"/>
              </a:rPr>
              <a:t>Vorhanden laut Projektunterlagen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EB6EE-5F8D-4FEC-9030-02B92898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Architekturentwurf</a:t>
            </a:r>
          </a:p>
          <a:p xmlns:a="http://schemas.openxmlformats.org/drawingml/2006/main">
            <a:pPr>
              <a:def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Dokumentierte Sicherheitsgrenzen</a:t>
            </a:r>
          </a:p>
          <a:p xmlns:a="http://schemas.openxmlformats.org/drawingml/2006/main">
            <a:pPr>
              <a:def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Projektstruktur und erste Werkzeuge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4F241-562E-4BDB-8845-8225454A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38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90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90B10"/>
                </a:solidFill>
                <a:latin typeface="Helvetica Neue"/>
                <a:ea typeface="Helvetica Neue"/>
                <a:cs typeface="Helvetica Neue"/>
              </a:rPr>
              <a:t>Als Nächstes vorgesehen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2FD5E-0587-41C8-A8DD-1B849C56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243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Ein nachvollziehbares Testsystem</a:t>
            </a:r>
          </a:p>
          <a:p xmlns:a="http://schemas.openxmlformats.org/drawingml/2006/main">
            <a:pPr>
              <a:def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Lokale Anmeldung</a:t>
            </a:r>
          </a:p>
          <a:p xmlns:a="http://schemas.openxmlformats.org/drawingml/2006/main">
            <a:pPr>
              <a:def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Nachweise für Datentrennung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D2307-9741-4615-84CE-B96455E9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Noch kein nutzbares OS. Kein zugesagter Erscheinungstermin.</a:t>
            </a:r>
          </a:p>
        </p:txBody>
      </p:sp>
    </p:spTree>
    <p:extLst>
      <p:ext uri="{BB962C8B-B14F-4D97-AF65-F5344CB8AC3E}">
        <p14:creationId xmlns:p14="http://schemas.microsoft.com/office/powerpoint/2010/main" val="127734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75F5F-0569-43B4-991C-E1E97004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AEGIS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6F408-FA72-431B-A977-E55BE457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ENTWICKLUNG IN ETAPPEN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40B54-83F4-4319-BC54-D74EC7AA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98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07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01B81-7211-4DE1-A375-615E7FC5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Die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5EDB3-ACE3-49B1-953E-B29EDC3F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30859-06AD-459E-92B9-5570D0C2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Fundament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44904-0637-4202-9392-BE7F2FB3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Testsystem und Plattformverhalten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6E7CD-D1C4-409C-A5CA-196580D1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514FE-9A40-464A-8506-DEE4F8AB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099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Vertrauen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73685-2CBD-41DE-96EF-5B194CCE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Anmeldung und geprüfte Datentrennung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8AD7A-C504-46BB-9D7F-80FE5A77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FE313-1D9C-4C2E-A524-AB265484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005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Werkzeuge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EE939-0546-4700-97B8-F9F3F34D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00525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Getrennte GNU/Linux-Runtime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D7570-4218-4905-B9E0-5A52006C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66F07-46AE-4E51-8BF7-411FE2EE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911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Geräteerlebnis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D394A-46BF-40AF-97C2-B78753E4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911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Eigene Oberfläche und ausgewählte Hardware</a:t>
            </a:r>
          </a:p>
        </p:txBody>
      </p:sp>
    </p:spTree>
    <p:extLst>
      <p:ext uri="{BB962C8B-B14F-4D97-AF65-F5344CB8AC3E}">
        <p14:creationId xmlns:p14="http://schemas.microsoft.com/office/powerpoint/2010/main" val="10850758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08659-9DEB-4134-B41A-DD6A868A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90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90B10"/>
                </a:solidFill>
                <a:latin typeface="Helvetica Neue"/>
                <a:ea typeface="Helvetica Neue"/>
                <a:cs typeface="Helvetica Neue"/>
              </a:rPr>
              <a:t>AEGIS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B9CC2-A74F-47A6-A735-FF4D00C8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MITWIRKEN UND UNTERSTÜTZEN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9AE79-4231-4853-8208-F2D392B1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98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08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A0E6B-D101-4D87-BFB9-710AFC5B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rPr>
              <a:t>Was die nächste Phase braucht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099E9-8019-4B90-A3A3-890A40C9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rPr>
              <a:t>Menschen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692D0-C060-4ECF-8DCC-291E0462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Systementwicklung und Tests</a:t>
            </a:r>
          </a:p>
          <a:p xmlns:a="http://schemas.openxmlformats.org/drawingml/2006/main">
            <a:pPr>
              <a:def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Sicherheitsprüfung</a:t>
            </a:r>
          </a:p>
          <a:p xmlns:a="http://schemas.openxmlformats.org/drawingml/2006/main">
            <a:pPr>
              <a:def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Design und Dokumentation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7D8BD-6C24-47FD-B9D0-7B47B66C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90B10"/>
                </a:solidFill>
                <a:latin typeface="Helvetica Neue"/>
                <a:ea typeface="Helvetica Neue"/>
                <a:cs typeface="Helvetica Neue"/>
              </a:rPr>
              <a:t>Freiraum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3FFCC-7A92-477E-8363-5024397D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62375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Zeit für definierte Meilensteine</a:t>
            </a:r>
          </a:p>
          <a:p xmlns:a="http://schemas.openxmlformats.org/drawingml/2006/main">
            <a:pPr>
              <a:def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Geeignete Testgeräte</a:t>
            </a:r>
          </a:p>
          <a:p xmlns:a="http://schemas.openxmlformats.org/drawingml/2006/main">
            <a:pPr>
              <a:def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Unabhängige Prüfungen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1AECE-A630-4183-A6DC-47B7D062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5E72"/>
                </a:solidFill>
                <a:latin typeface="Helvetica Neue"/>
                <a:ea typeface="Helvetica Neue"/>
                <a:cs typeface="Helvetica Neue"/>
              </a:rPr>
              <a:t>Konkrete Beitragswege und Fördermodelle sind noch festzulegen.</a:t>
            </a:r>
          </a:p>
        </p:txBody>
      </p:sp>
    </p:spTree>
    <p:extLst>
      <p:ext uri="{BB962C8B-B14F-4D97-AF65-F5344CB8AC3E}">
        <p14:creationId xmlns:p14="http://schemas.microsoft.com/office/powerpoint/2010/main" val="1079924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16643-C98D-4183-A8B1-7667AFD3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AEGIS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4AA27-9B69-4E9C-99C7-BDF61D28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MARKENIDENTITÄT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34E0D-3258-40F6-B21D-BC606FF9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98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09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CBD9A-D381-4844-868F-D51D7838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Ein Zeichen für Eigenständigkeit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b873625d44854">
            <a:extLst>
              <a:ext uri="{96DAC541-7B7A-43D3-8B79-37D633B846F1}">
                <asvg:svgBlip xmlns:asvg="http://schemas.microsoft.com/office/drawing/2016/SVG/main" r:embed="Rfaada1f6f9f64f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2857500"/>
            <a:ext cx="5238750" cy="123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5297E-EC75-4063-808C-1EC8950C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Graphit  #090B10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3AB30-D860-41CD-A7D1-B9BC22DD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8196FF"/>
                </a:solidFill>
                <a:latin typeface="Helvetica Neue"/>
                <a:ea typeface="Helvetica Neue"/>
                <a:cs typeface="Helvetica Neue"/>
              </a:rPr>
              <a:t>Elektrisch  #526EFF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4E21C-7D83-4259-9971-B5AD7448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Licht  #F5F7FA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4E071-5C60-4860-BE2C-5C4C6910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Offenes A. Klare Typografie. Raum für das Wesentliche.</a:t>
            </a:r>
          </a:p>
        </p:txBody>
      </p:sp>
    </p:spTree>
    <p:extLst>
      <p:ext uri="{BB962C8B-B14F-4D97-AF65-F5344CB8AC3E}">
        <p14:creationId xmlns:p14="http://schemas.microsoft.com/office/powerpoint/2010/main" val="15000275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526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C4E33-E364-42E7-A095-90E418CD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AEGIS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EFDB2-5768-41A4-87FA-8FE72532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AEGIS OS / PROJEKTVISION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B7C1F-571C-4492-ADCC-0E6F1451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98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5ACBA"/>
                </a:solidFill>
                <a:latin typeface="Helvetica Neue"/>
                <a:ea typeface="Helvetica Neue"/>
                <a:cs typeface="Helvetica Neue"/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2FA5C-FC66-4654-8A6A-0D77A98E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76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Dein digitales Leben.</a:t>
            </a:r>
          </a:p>
          <a:p xmlns:a="http://schemas.openxmlformats.org/drawingml/2006/main">
            <a:pPr>
              <a:defRPr sz="64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Wieder deins.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9821E-5407-4C68-BE37-D8D168F7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Die nächste Etappe: eine überprüfbare Grundlage</a:t>
            </a:r>
          </a:p>
          <a:p xmlns:a="http://schemas.openxmlformats.org/drawingml/2006/main">
            <a:pPr>
              <a:defRPr sz="24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für lokale Anmeldung und getrennte Daten.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E12FF-3877-4EB0-B526-0914F83F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0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0E6FF"/>
                </a:solidFill>
                <a:latin typeface="Helvetica Neue"/>
                <a:ea typeface="Helvetica Neue"/>
                <a:cs typeface="Helvetica Neue"/>
              </a:rPr>
              <a:t>Gesprächsgrundlage für Entwicklung und Partnerschaften</a:t>
            </a:r>
          </a:p>
        </p:txBody>
      </p:sp>
    </p:spTree>
    <p:extLst>
      <p:ext uri="{BB962C8B-B14F-4D97-AF65-F5344CB8AC3E}">
        <p14:creationId xmlns:p14="http://schemas.microsoft.com/office/powerpoint/2010/main" val="284086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2026-09-28T00:37:38.1090000Z</dcterms:created>
  <dcterms:modified xsi:type="dcterms:W3CDTF">2026-09-28T00:37:38.1090000Z</dcterms:modified>
</coreProperties>
</file>